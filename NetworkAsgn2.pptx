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65" r:id="rId7"/>
    <p:sldId id="259" r:id="rId8"/>
    <p:sldId id="266" r:id="rId9"/>
    <p:sldId id="258" r:id="rId10"/>
    <p:sldId id="260" r:id="rId11"/>
    <p:sldId id="267" r:id="rId12"/>
    <p:sldId id="268" r:id="rId13"/>
    <p:sldId id="261" r:id="rId14"/>
    <p:sldId id="271" r:id="rId15"/>
    <p:sldId id="272" r:id="rId16"/>
    <p:sldId id="262" r:id="rId17"/>
    <p:sldId id="269" r:id="rId18"/>
    <p:sldId id="270" r:id="rId19"/>
    <p:sldId id="263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742C6-475E-4D04-80E1-B74E040E1F1D}" v="6" dt="2024-04-13T14:11:18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-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FFF58B-D5E9-4475-A7B6-D176D5EB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092" y="-416707"/>
            <a:ext cx="12717863" cy="7576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F61E9-F030-7E5A-E6DE-50352D353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Space shooter multiplayer</a:t>
            </a:r>
            <a:endParaRPr lang="en-CA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0E50F-3AF9-BA6C-8598-FF99815430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Alan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Sami</a:t>
            </a:r>
            <a:endParaRPr lang="en-CA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64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6AF2-C7AA-BF9D-D3DC-49C86C9F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43172-C6D8-9FBE-CA9C-394D11308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Architecture (General Workflow)</a:t>
            </a:r>
          </a:p>
          <a:p>
            <a:r>
              <a:rPr lang="en-US" dirty="0"/>
              <a:t>Network Overview</a:t>
            </a:r>
          </a:p>
          <a:p>
            <a:r>
              <a:rPr lang="en-US" dirty="0"/>
              <a:t>Multiplayer Network Handling</a:t>
            </a:r>
          </a:p>
          <a:p>
            <a:r>
              <a:rPr lang="en-US" dirty="0"/>
              <a:t>Game Handler</a:t>
            </a:r>
          </a:p>
          <a:p>
            <a:r>
              <a:rPr lang="en-US" dirty="0"/>
              <a:t>Player</a:t>
            </a:r>
          </a:p>
          <a:p>
            <a:r>
              <a:rPr lang="en-US" dirty="0"/>
              <a:t>Bullets</a:t>
            </a:r>
          </a:p>
          <a:p>
            <a:r>
              <a:rPr lang="en-US" dirty="0"/>
              <a:t>Asteroids &amp; Spawning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E283F-8C38-4756-95D7-C90AB156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63519"/>
            <a:ext cx="365331" cy="3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FEDAC17-5EB7-407E-ADEF-D58EB13D6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342" y="4014819"/>
            <a:ext cx="616719" cy="616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08045-7E8C-2AB3-E047-DACE135B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Architecture</a:t>
            </a: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2F2930-283E-51EE-878C-4701AA8D0620}"/>
              </a:ext>
            </a:extLst>
          </p:cNvPr>
          <p:cNvSpPr/>
          <p:nvPr/>
        </p:nvSpPr>
        <p:spPr>
          <a:xfrm>
            <a:off x="3062793" y="2648960"/>
            <a:ext cx="1278385" cy="674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 Handler</a:t>
            </a: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D6D093-0856-0884-7C43-1124CCEC95EB}"/>
              </a:ext>
            </a:extLst>
          </p:cNvPr>
          <p:cNvSpPr/>
          <p:nvPr/>
        </p:nvSpPr>
        <p:spPr>
          <a:xfrm>
            <a:off x="3062793" y="3956835"/>
            <a:ext cx="1278385" cy="674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Asteroid Factory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A5E827-C569-4872-8845-1B834F6CBD2B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3701986" y="3323663"/>
            <a:ext cx="0" cy="63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B1E130-DCEE-15D4-2234-E753B3C2212A}"/>
              </a:ext>
            </a:extLst>
          </p:cNvPr>
          <p:cNvSpPr txBox="1"/>
          <p:nvPr/>
        </p:nvSpPr>
        <p:spPr>
          <a:xfrm>
            <a:off x="3701985" y="3455583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Depends</a:t>
            </a:r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9F5FA6-B9E1-89DD-3FD4-0EE525677EB6}"/>
              </a:ext>
            </a:extLst>
          </p:cNvPr>
          <p:cNvSpPr/>
          <p:nvPr/>
        </p:nvSpPr>
        <p:spPr>
          <a:xfrm>
            <a:off x="5812177" y="3956835"/>
            <a:ext cx="1278385" cy="674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Asteroids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12D151-9315-3C5B-4CF9-14F06E9B2B4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4341178" y="4294187"/>
            <a:ext cx="1470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D266EE-4D5B-93F5-736D-9F68274C7950}"/>
              </a:ext>
            </a:extLst>
          </p:cNvPr>
          <p:cNvSpPr txBox="1"/>
          <p:nvPr/>
        </p:nvSpPr>
        <p:spPr>
          <a:xfrm>
            <a:off x="4605138" y="4316969"/>
            <a:ext cx="94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Spawns</a:t>
            </a:r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42FE15-D34F-3337-B7E3-27D724AAB325}"/>
              </a:ext>
            </a:extLst>
          </p:cNvPr>
          <p:cNvSpPr/>
          <p:nvPr/>
        </p:nvSpPr>
        <p:spPr>
          <a:xfrm>
            <a:off x="5812177" y="2648960"/>
            <a:ext cx="1278385" cy="674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204081-D7F1-9A1F-504F-F169DA35C545}"/>
              </a:ext>
            </a:extLst>
          </p:cNvPr>
          <p:cNvSpPr txBox="1"/>
          <p:nvPr/>
        </p:nvSpPr>
        <p:spPr>
          <a:xfrm>
            <a:off x="4605138" y="2627630"/>
            <a:ext cx="94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Spawns</a:t>
            </a:r>
            <a:endParaRPr lang="en-CA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CE825B-9C8D-AA7E-7E98-155DF9685C5B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4341178" y="2986312"/>
            <a:ext cx="1470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3F3832-7291-C95F-56B3-1382DF603E37}"/>
              </a:ext>
            </a:extLst>
          </p:cNvPr>
          <p:cNvSpPr/>
          <p:nvPr/>
        </p:nvSpPr>
        <p:spPr>
          <a:xfrm>
            <a:off x="8561561" y="2648960"/>
            <a:ext cx="1278385" cy="674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Bullets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F70655-2F95-87D6-B1B1-5D62D1AC4E4C}"/>
              </a:ext>
            </a:extLst>
          </p:cNvPr>
          <p:cNvSpPr txBox="1"/>
          <p:nvPr/>
        </p:nvSpPr>
        <p:spPr>
          <a:xfrm>
            <a:off x="7354522" y="2624402"/>
            <a:ext cx="94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Spawns</a:t>
            </a:r>
            <a:endParaRPr lang="en-CA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4D07200-E0C0-8DAE-F4EB-19B1C530E768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7090562" y="2986312"/>
            <a:ext cx="1470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0AB1BA-0132-E25C-04BA-9DEF65B00BAB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4341178" y="2986312"/>
            <a:ext cx="1470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6108530-D9E6-4A9A-BC05-0D550ED1E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32" y="2139305"/>
            <a:ext cx="460674" cy="4606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BA1DE3-C795-40AE-A2E4-7BF39F838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4880" y="2353828"/>
            <a:ext cx="460674" cy="2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2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C19F-8FFA-DBD1-D2AB-66630558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Overview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94EF1-6DF4-42B0-95FF-08547E0CB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279" y="1397488"/>
            <a:ext cx="6019673" cy="513605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FE562-ACE8-422E-9C90-3AA00DB0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815" y="1762369"/>
            <a:ext cx="2059354" cy="472831"/>
          </a:xfrm>
        </p:spPr>
        <p:txBody>
          <a:bodyPr/>
          <a:lstStyle/>
          <a:p>
            <a:r>
              <a:rPr lang="en-US" dirty="0"/>
              <a:t>Engine Side</a:t>
            </a:r>
          </a:p>
        </p:txBody>
      </p:sp>
    </p:spTree>
    <p:extLst>
      <p:ext uri="{BB962C8B-B14F-4D97-AF65-F5344CB8AC3E}">
        <p14:creationId xmlns:p14="http://schemas.microsoft.com/office/powerpoint/2010/main" val="401861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C19F-8FFA-DBD1-D2AB-66630558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Overview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A5019-A617-4D76-638F-9E1FFD844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Handler (Works on Server, Checks for Client Connections and Handles Game State)</a:t>
            </a:r>
          </a:p>
          <a:p>
            <a:r>
              <a:rPr lang="en-US" dirty="0"/>
              <a:t>Asteroid Factory &amp; Player (Uses RPC to Spawn Bullets and Asteroids)</a:t>
            </a:r>
          </a:p>
          <a:p>
            <a:r>
              <a:rPr lang="en-US" dirty="0"/>
              <a:t>Bullets and Asteroids (Uses RPC for movement, delta pos calculated on server and passed to client)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221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8045-7E8C-2AB3-E047-DACE135B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685799"/>
            <a:ext cx="3169138" cy="3667369"/>
          </a:xfrm>
        </p:spPr>
        <p:txBody>
          <a:bodyPr>
            <a:normAutofit/>
          </a:bodyPr>
          <a:lstStyle/>
          <a:p>
            <a:r>
              <a:rPr lang="en-US" dirty="0"/>
              <a:t>Multiplayer Network Handling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063646-C2AF-4F86-9D65-E2C279D6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342" y="-27510"/>
            <a:ext cx="6861658" cy="68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E8AE-DD60-E55D-ABF3-E697B66BA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Handler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3CFE-0FB3-308A-F736-A367BD594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162062" cy="1801446"/>
          </a:xfrm>
        </p:spPr>
        <p:txBody>
          <a:bodyPr/>
          <a:lstStyle/>
          <a:p>
            <a:r>
              <a:rPr lang="en-US" dirty="0"/>
              <a:t>Present in Scene on Startup</a:t>
            </a:r>
          </a:p>
          <a:p>
            <a:r>
              <a:rPr lang="en-US" dirty="0"/>
              <a:t>Tracks No. Players and Game State</a:t>
            </a:r>
          </a:p>
          <a:p>
            <a:r>
              <a:rPr lang="en-US" dirty="0"/>
              <a:t>Update Game State when min players joins</a:t>
            </a:r>
          </a:p>
          <a:p>
            <a:r>
              <a:rPr lang="en-US" dirty="0"/>
              <a:t>Spawns' player ships when client connects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65CC5-E021-4CCA-B8C5-6AE1B85DC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116" y="983769"/>
            <a:ext cx="4367494" cy="489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8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E8AE-DD60-E55D-ABF3-E697B66B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67" y="622300"/>
            <a:ext cx="2222500" cy="1485900"/>
          </a:xfrm>
        </p:spPr>
        <p:txBody>
          <a:bodyPr>
            <a:normAutofit fontScale="90000"/>
          </a:bodyPr>
          <a:lstStyle/>
          <a:p>
            <a:r>
              <a:rPr lang="en-US" dirty="0"/>
              <a:t>Game Handler</a:t>
            </a:r>
            <a:br>
              <a:rPr lang="en-US" dirty="0"/>
            </a:b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4D777-A937-482B-8811-EF6FD67B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1" y="-90346"/>
            <a:ext cx="10803024" cy="694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69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E8AE-DD60-E55D-ABF3-E697B66B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67" y="622300"/>
            <a:ext cx="2222500" cy="1485900"/>
          </a:xfrm>
        </p:spPr>
        <p:txBody>
          <a:bodyPr>
            <a:normAutofit fontScale="90000"/>
          </a:bodyPr>
          <a:lstStyle/>
          <a:p>
            <a:r>
              <a:rPr lang="en-US" dirty="0"/>
              <a:t>Game Handler</a:t>
            </a:r>
            <a:br>
              <a:rPr lang="en-US" dirty="0"/>
            </a:b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C8673-1769-4CDA-9EA7-0C2CB790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246" y="-139700"/>
            <a:ext cx="10373687" cy="740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9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750-5D90-F4ED-6D98-D4F63952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3ECF1-40A4-200F-A0DC-227779671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610403" cy="3581400"/>
          </a:xfrm>
        </p:spPr>
        <p:txBody>
          <a:bodyPr/>
          <a:lstStyle/>
          <a:p>
            <a:r>
              <a:rPr lang="en-US" dirty="0"/>
              <a:t>Spawned on Server in response to client connection</a:t>
            </a:r>
          </a:p>
          <a:p>
            <a:r>
              <a:rPr lang="en-US" dirty="0"/>
              <a:t>Sends RPCs to Spawn Bullets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CB52D-A391-4771-BBA9-31D15DDA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999" y="791615"/>
            <a:ext cx="4610403" cy="564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22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750-5D90-F4ED-6D98-D4F63952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B5FAF2-3CA1-4205-B1EE-CF9619D5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05" y="-52698"/>
            <a:ext cx="8457195" cy="696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40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D750-5D90-F4ED-6D98-D4F63952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420D0-D2FB-471D-80C1-A02417125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272" y="0"/>
            <a:ext cx="11865685" cy="717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6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1EB6-F338-090D-106F-204A8835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8A3F-7193-7BA6-8935-811550E1F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994400" cy="3581400"/>
          </a:xfrm>
        </p:spPr>
        <p:txBody>
          <a:bodyPr/>
          <a:lstStyle/>
          <a:p>
            <a:r>
              <a:rPr lang="en-US" dirty="0"/>
              <a:t>Simple Entities spawned on Server and Replicated across the network</a:t>
            </a:r>
          </a:p>
          <a:p>
            <a:r>
              <a:rPr lang="en-US" dirty="0"/>
              <a:t>Uses RPCs for movement</a:t>
            </a:r>
          </a:p>
          <a:p>
            <a:r>
              <a:rPr lang="en-US" dirty="0"/>
              <a:t>Uses prediction for smooth movement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A1DBE-4898-4F59-A103-683EEB466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990600"/>
            <a:ext cx="4382112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4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1EB6-F338-090D-106F-204A8835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Bullets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ED7858-8044-4E02-A3E2-CD068F22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0"/>
            <a:ext cx="9279466" cy="69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0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1EB6-F338-090D-106F-204A8835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968500" cy="1485900"/>
          </a:xfrm>
        </p:spPr>
        <p:txBody>
          <a:bodyPr/>
          <a:lstStyle/>
          <a:p>
            <a:r>
              <a:rPr lang="en-US" dirty="0"/>
              <a:t>Bullets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C0306D-56C9-455C-BDC4-9DBB84ECC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530171"/>
            <a:ext cx="13465940" cy="532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6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E974-F2BB-1E2A-D46E-1613EFB3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Asteroids &amp; Spawning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BC58-8EAB-950E-18EC-DFC6B6F08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52" y="1911765"/>
            <a:ext cx="6223000" cy="3581400"/>
          </a:xfrm>
        </p:spPr>
        <p:txBody>
          <a:bodyPr/>
          <a:lstStyle/>
          <a:p>
            <a:r>
              <a:rPr lang="en-US" dirty="0"/>
              <a:t>Asteroid Spawner relies on Game Handler for Game State and accordingly spawn asteroids</a:t>
            </a:r>
          </a:p>
          <a:p>
            <a:r>
              <a:rPr lang="en-US" dirty="0"/>
              <a:t>Uses RPCs for spawning</a:t>
            </a:r>
          </a:p>
          <a:p>
            <a:r>
              <a:rPr lang="en-US" dirty="0"/>
              <a:t>Asteroids are like projectiles in terms of functioning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C8D94-BB3E-40B5-A8DD-DB6BEA8AD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867" y="3702465"/>
            <a:ext cx="2743583" cy="2800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0BDA5D-C0C3-4124-A640-82B3C321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2" y="3678845"/>
            <a:ext cx="2013537" cy="303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53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E974-F2BB-1E2A-D46E-1613EFB3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723900"/>
            <a:ext cx="2540000" cy="965200"/>
          </a:xfrm>
        </p:spPr>
        <p:txBody>
          <a:bodyPr>
            <a:normAutofit fontScale="90000"/>
          </a:bodyPr>
          <a:lstStyle/>
          <a:p>
            <a:r>
              <a:rPr lang="en-US" dirty="0"/>
              <a:t>Spawning</a:t>
            </a:r>
            <a:br>
              <a:rPr lang="en-US" dirty="0"/>
            </a:b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280998-28A4-444F-A9C9-36B2BDFF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506" y="0"/>
            <a:ext cx="9740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E974-F2BB-1E2A-D46E-1613EFB3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Asteroids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22DA4-7418-40F8-9FEE-02433D444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821" y="0"/>
            <a:ext cx="8446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22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E974-F2BB-1E2A-D46E-1613EFB3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Asteroids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11624-0311-43F4-B3F6-9510BEE8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712" y="0"/>
            <a:ext cx="10432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7439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A66ED96897440A5353CBC43C69C5C" ma:contentTypeVersion="15" ma:contentTypeDescription="Create a new document." ma:contentTypeScope="" ma:versionID="6f4ecf3be95950aaecfc4d2fbe88e78e">
  <xsd:schema xmlns:xsd="http://www.w3.org/2001/XMLSchema" xmlns:xs="http://www.w3.org/2001/XMLSchema" xmlns:p="http://schemas.microsoft.com/office/2006/metadata/properties" xmlns:ns3="8ef3b232-4f83-4ac3-93e0-8af40791938c" xmlns:ns4="0e7b9341-1a0f-4911-b676-5840cd2ede95" targetNamespace="http://schemas.microsoft.com/office/2006/metadata/properties" ma:root="true" ma:fieldsID="bb87a4993aa515e66054f8590c423ff8" ns3:_="" ns4:_="">
    <xsd:import namespace="8ef3b232-4f83-4ac3-93e0-8af40791938c"/>
    <xsd:import namespace="0e7b9341-1a0f-4911-b676-5840cd2ede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_activity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f3b232-4f83-4ac3-93e0-8af4079193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7b9341-1a0f-4911-b676-5840cd2ede95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f3b232-4f83-4ac3-93e0-8af40791938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903631-368A-44BD-BCC8-FC92D04317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f3b232-4f83-4ac3-93e0-8af40791938c"/>
    <ds:schemaRef ds:uri="0e7b9341-1a0f-4911-b676-5840cd2ede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B684E3-7F57-449C-A891-60D19D6617B4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0e7b9341-1a0f-4911-b676-5840cd2ede95"/>
    <ds:schemaRef ds:uri="8ef3b232-4f83-4ac3-93e0-8af40791938c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F8C05F3-6C1F-4D9F-9761-3194EC1644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{71961D84-47DB-4B81-BE60-84AAB21A6502}tf10001105</Template>
  <TotalTime>134</TotalTime>
  <Words>200</Words>
  <Application>Microsoft Office PowerPoint</Application>
  <PresentationFormat>Widescreen</PresentationFormat>
  <Paragraphs>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Franklin Gothic Book</vt:lpstr>
      <vt:lpstr>Crop</vt:lpstr>
      <vt:lpstr>Space shooter multiplayer</vt:lpstr>
      <vt:lpstr>Overview</vt:lpstr>
      <vt:lpstr>Game Architecture</vt:lpstr>
      <vt:lpstr>Network Overview</vt:lpstr>
      <vt:lpstr>Network Overview</vt:lpstr>
      <vt:lpstr>Multiplayer Network Handling</vt:lpstr>
      <vt:lpstr>Game Handler </vt:lpstr>
      <vt:lpstr>Game Handler </vt:lpstr>
      <vt:lpstr>Game Handler </vt:lpstr>
      <vt:lpstr>Player</vt:lpstr>
      <vt:lpstr>Player</vt:lpstr>
      <vt:lpstr>Player</vt:lpstr>
      <vt:lpstr>Bullets</vt:lpstr>
      <vt:lpstr>Bullets</vt:lpstr>
      <vt:lpstr>Bullets</vt:lpstr>
      <vt:lpstr>Asteroids &amp; Spawning</vt:lpstr>
      <vt:lpstr>Spawning </vt:lpstr>
      <vt:lpstr>Asteroids</vt:lpstr>
      <vt:lpstr>Asteroids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Samiuddin Naseeruddin Syed</dc:creator>
  <cp:lastModifiedBy>Nianzhi Li</cp:lastModifiedBy>
  <cp:revision>10</cp:revision>
  <dcterms:created xsi:type="dcterms:W3CDTF">2024-04-13T13:56:57Z</dcterms:created>
  <dcterms:modified xsi:type="dcterms:W3CDTF">2024-04-14T18:15:55Z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0x010100109A66ED96897440A5353CBC43C69C5C</vt:lpwstr>
  </property>
</Properties>
</file>