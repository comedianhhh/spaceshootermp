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C742C6-475E-4D04-80E1-B74E040E1F1D}" v="6" dt="2024-04-13T14:11:18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4/13/2024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F61E9-F030-7E5A-E6DE-50352D353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Space shooter multiplayer</a:t>
            </a:r>
            <a:endParaRPr lang="en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50E50F-3AF9-BA6C-8598-FF99815430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Alan</a:t>
            </a:r>
          </a:p>
          <a:p>
            <a:r>
              <a:rPr lang="en-US" dirty="0"/>
              <a:t>Sami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796642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F6AF2-C7AA-BF9D-D3DC-49C86C9F3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43172-C6D8-9FBE-CA9C-394D11308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Architecture (General Workflow)</a:t>
            </a:r>
          </a:p>
          <a:p>
            <a:r>
              <a:rPr lang="en-US" dirty="0"/>
              <a:t>Network Overview</a:t>
            </a:r>
          </a:p>
          <a:p>
            <a:r>
              <a:rPr lang="en-US" dirty="0"/>
              <a:t>Game Handler</a:t>
            </a:r>
          </a:p>
          <a:p>
            <a:r>
              <a:rPr lang="en-US" dirty="0"/>
              <a:t>Player</a:t>
            </a:r>
          </a:p>
          <a:p>
            <a:r>
              <a:rPr lang="en-US" dirty="0"/>
              <a:t>Projectiles</a:t>
            </a:r>
          </a:p>
          <a:p>
            <a:r>
              <a:rPr lang="en-US" dirty="0"/>
              <a:t>Asteroids &amp; Spawning</a:t>
            </a:r>
          </a:p>
          <a:p>
            <a:r>
              <a:rPr lang="en-US" dirty="0"/>
              <a:t>Interpolation /  Client-Side Prediction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7990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8045-7E8C-2AB3-E047-DACE135BB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Architecture</a:t>
            </a:r>
            <a:endParaRPr lang="en-CA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82F2930-283E-51EE-878C-4701AA8D0620}"/>
              </a:ext>
            </a:extLst>
          </p:cNvPr>
          <p:cNvSpPr/>
          <p:nvPr/>
        </p:nvSpPr>
        <p:spPr>
          <a:xfrm>
            <a:off x="3062793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Game Handler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1D6D093-0856-0884-7C43-1124CCEC95EB}"/>
              </a:ext>
            </a:extLst>
          </p:cNvPr>
          <p:cNvSpPr/>
          <p:nvPr/>
        </p:nvSpPr>
        <p:spPr>
          <a:xfrm>
            <a:off x="3062793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 Factory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9A5E827-C569-4872-8845-1B834F6CBD2B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701986" y="3323663"/>
            <a:ext cx="0" cy="633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BB1E130-DCEE-15D4-2234-E753B3C2212A}"/>
              </a:ext>
            </a:extLst>
          </p:cNvPr>
          <p:cNvSpPr txBox="1"/>
          <p:nvPr/>
        </p:nvSpPr>
        <p:spPr>
          <a:xfrm>
            <a:off x="3701985" y="3455583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Depends</a:t>
            </a:r>
            <a:endParaRPr lang="en-CA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C9F5FA6-B9E1-89DD-3FD4-0EE525677EB6}"/>
              </a:ext>
            </a:extLst>
          </p:cNvPr>
          <p:cNvSpPr/>
          <p:nvPr/>
        </p:nvSpPr>
        <p:spPr>
          <a:xfrm>
            <a:off x="5812177" y="3956835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Asteroids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112D151-9315-3C5B-4CF9-14F06E9B2B45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4341178" y="4294187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8D266EE-4D5B-93F5-736D-9F68274C7950}"/>
              </a:ext>
            </a:extLst>
          </p:cNvPr>
          <p:cNvSpPr txBox="1"/>
          <p:nvPr/>
        </p:nvSpPr>
        <p:spPr>
          <a:xfrm>
            <a:off x="4605138" y="4316969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42FE15-D34F-3337-B7E3-27D724AAB325}"/>
              </a:ext>
            </a:extLst>
          </p:cNvPr>
          <p:cNvSpPr/>
          <p:nvPr/>
        </p:nvSpPr>
        <p:spPr>
          <a:xfrm>
            <a:off x="5812177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Players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204081-D7F1-9A1F-504F-F169DA35C545}"/>
              </a:ext>
            </a:extLst>
          </p:cNvPr>
          <p:cNvSpPr txBox="1"/>
          <p:nvPr/>
        </p:nvSpPr>
        <p:spPr>
          <a:xfrm>
            <a:off x="4605138" y="2627630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5CE825B-9C8D-AA7E-7E98-155DF9685C5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3F3832-7291-C95F-56B3-1382DF603E37}"/>
              </a:ext>
            </a:extLst>
          </p:cNvPr>
          <p:cNvSpPr/>
          <p:nvPr/>
        </p:nvSpPr>
        <p:spPr>
          <a:xfrm>
            <a:off x="8561561" y="2648960"/>
            <a:ext cx="1278385" cy="6747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Bullets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F70655-2F95-87D6-B1B1-5D62D1AC4E4C}"/>
              </a:ext>
            </a:extLst>
          </p:cNvPr>
          <p:cNvSpPr txBox="1"/>
          <p:nvPr/>
        </p:nvSpPr>
        <p:spPr>
          <a:xfrm>
            <a:off x="7354522" y="2624402"/>
            <a:ext cx="943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Spawns</a:t>
            </a:r>
            <a:endParaRPr lang="en-CA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4D07200-E0C0-8DAE-F4EB-19B1C530E768}"/>
              </a:ext>
            </a:extLst>
          </p:cNvPr>
          <p:cNvCxnSpPr>
            <a:stCxn id="15" idx="3"/>
            <a:endCxn id="20" idx="1"/>
          </p:cNvCxnSpPr>
          <p:nvPr/>
        </p:nvCxnSpPr>
        <p:spPr>
          <a:xfrm>
            <a:off x="7090562" y="2986312"/>
            <a:ext cx="147099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F0AB1BA-0132-E25C-04BA-9DEF65B00BAB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4341178" y="2986312"/>
            <a:ext cx="1470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62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0C19F-8FFA-DBD1-D2AB-66630558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Overview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A5019-A617-4D76-638F-9E1FFD844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Handler (Works on Server, Checks for Client Connections and Handles Game State)</a:t>
            </a:r>
          </a:p>
          <a:p>
            <a:r>
              <a:rPr lang="en-US" dirty="0"/>
              <a:t>Asteroid Factory &amp; Player (Uses RPC to Spawn Bullets and Asteroids)</a:t>
            </a:r>
          </a:p>
          <a:p>
            <a:r>
              <a:rPr lang="en-US" dirty="0"/>
              <a:t>Bullets and Asteroids (Uses RPC for movement, delta pos calculated on server and passed to client)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018614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E8AE-DD60-E55D-ABF3-E697B66B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Game Handler</a:t>
            </a:r>
            <a:br>
              <a:rPr lang="en-US" dirty="0"/>
            </a:b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F3CFE-0FB3-308A-F736-A367BD594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in Scene on Startup</a:t>
            </a:r>
          </a:p>
          <a:p>
            <a:r>
              <a:rPr lang="en-US" dirty="0"/>
              <a:t>Tracks No. Players and Game State</a:t>
            </a:r>
          </a:p>
          <a:p>
            <a:r>
              <a:rPr lang="en-US" dirty="0"/>
              <a:t>Update Game State when min players joins</a:t>
            </a:r>
          </a:p>
          <a:p>
            <a:r>
              <a:rPr lang="en-US" dirty="0"/>
              <a:t>Spawns' player ships when client connects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6472821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750-5D90-F4ED-6D98-D4F63952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Player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3ECF1-40A4-200F-A0DC-227779671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Spawned on Server in response to client connection</a:t>
            </a:r>
          </a:p>
          <a:p>
            <a:r>
              <a:rPr lang="en-US" dirty="0"/>
              <a:t>Sends RPCs to Spawn Bullets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083622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11EB6-F338-090D-106F-204A88356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Projectiles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78A3F-7193-7BA6-8935-811550E1F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 Entities spawned on Server and Replicated across the network</a:t>
            </a:r>
          </a:p>
          <a:p>
            <a:r>
              <a:rPr lang="en-US" dirty="0"/>
              <a:t>Uses RPCs for movement</a:t>
            </a:r>
          </a:p>
          <a:p>
            <a:r>
              <a:rPr lang="en-US" dirty="0"/>
              <a:t>Uses prediction for smooth movement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817045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0E974-F2BB-1E2A-D46E-1613EFB34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Asteroids &amp; Spawning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EBC58-8EAB-950E-18EC-DFC6B6F08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Asteroid Spawner relies on Game Handler for Game State and accordingly spawn asteroids</a:t>
            </a:r>
          </a:p>
          <a:p>
            <a:r>
              <a:rPr lang="en-US" dirty="0"/>
              <a:t>Uses RPCs for spawning</a:t>
            </a:r>
          </a:p>
          <a:p>
            <a:r>
              <a:rPr lang="en-US" dirty="0"/>
              <a:t>Asteroids are like projectiles in terms of functioning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03553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6057A-041D-CD14-7ED0-CBB913DBA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Interpolation /  Client-Side Prediction</a:t>
            </a:r>
            <a:br>
              <a:rPr lang="en-CA" dirty="0"/>
            </a:b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86EC7A-10B1-B0BF-37FF-EE50FF859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9904808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ef3b232-4f83-4ac3-93e0-8af40791938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9A66ED96897440A5353CBC43C69C5C" ma:contentTypeVersion="15" ma:contentTypeDescription="Create a new document." ma:contentTypeScope="" ma:versionID="6f4ecf3be95950aaecfc4d2fbe88e78e">
  <xsd:schema xmlns:xsd="http://www.w3.org/2001/XMLSchema" xmlns:xs="http://www.w3.org/2001/XMLSchema" xmlns:p="http://schemas.microsoft.com/office/2006/metadata/properties" xmlns:ns3="8ef3b232-4f83-4ac3-93e0-8af40791938c" xmlns:ns4="0e7b9341-1a0f-4911-b676-5840cd2ede95" targetNamespace="http://schemas.microsoft.com/office/2006/metadata/properties" ma:root="true" ma:fieldsID="bb87a4993aa515e66054f8590c423ff8" ns3:_="" ns4:_="">
    <xsd:import namespace="8ef3b232-4f83-4ac3-93e0-8af40791938c"/>
    <xsd:import namespace="0e7b9341-1a0f-4911-b676-5840cd2ede9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_activity" minOccurs="0"/>
                <xsd:element ref="ns3:MediaServiceSystemTag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f3b232-4f83-4ac3-93e0-8af4079193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7b9341-1a0f-4911-b676-5840cd2ede95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6B684E3-7F57-449C-A891-60D19D6617B4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www.w3.org/XML/1998/namespace"/>
    <ds:schemaRef ds:uri="http://schemas.microsoft.com/office/infopath/2007/PartnerControls"/>
    <ds:schemaRef ds:uri="0e7b9341-1a0f-4911-b676-5840cd2ede95"/>
    <ds:schemaRef ds:uri="8ef3b232-4f83-4ac3-93e0-8af40791938c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F8C05F3-6C1F-4D9F-9761-3194EC1644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F903631-368A-44BD-BCC8-FC92D04317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f3b232-4f83-4ac3-93e0-8af40791938c"/>
    <ds:schemaRef ds:uri="0e7b9341-1a0f-4911-b676-5840cd2ede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{71961D84-47DB-4B81-BE60-84AAB21A6502}tf10001105</Template>
  <TotalTime>29</TotalTime>
  <Words>185</Words>
  <Application>Microsoft Office PowerPoint</Application>
  <PresentationFormat>Widescreen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Franklin Gothic Book</vt:lpstr>
      <vt:lpstr>Crop</vt:lpstr>
      <vt:lpstr>Space shooter multiplayer</vt:lpstr>
      <vt:lpstr>Overview</vt:lpstr>
      <vt:lpstr>Game Architecture</vt:lpstr>
      <vt:lpstr>Network Overview</vt:lpstr>
      <vt:lpstr>Game Handler </vt:lpstr>
      <vt:lpstr>Player</vt:lpstr>
      <vt:lpstr>Projectiles</vt:lpstr>
      <vt:lpstr>Asteroids &amp; Spawning</vt:lpstr>
      <vt:lpstr>Interpolation /  Client-Side Prediction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Samiuddin Naseeruddin Syed</dc:creator>
  <cp:lastModifiedBy>Samiuddin Naseeruddin Syed</cp:lastModifiedBy>
  <cp:revision>2</cp:revision>
  <dcterms:created xsi:type="dcterms:W3CDTF">2024-04-13T13:56:57Z</dcterms:created>
  <dcterms:modified xsi:type="dcterms:W3CDTF">2024-04-13T14:46:21Z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0x010100109A66ED96897440A5353CBC43C69C5C</vt:lpwstr>
  </property>
</Properties>
</file>